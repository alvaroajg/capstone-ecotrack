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0" d="100"/>
          <a:sy n="80" d="100"/>
        </p:scale>
        <p:origin x="74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10AD698-EF39-E70F-8438-B81C1007EE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20053"/>
            <a:ext cx="14935199" cy="89731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Personalizado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VICENTE MATIAS TORRES PIÑEDA</cp:lastModifiedBy>
  <cp:revision>2</cp:revision>
  <dcterms:created xsi:type="dcterms:W3CDTF">2006-08-16T00:00:00Z</dcterms:created>
  <dcterms:modified xsi:type="dcterms:W3CDTF">2026-08-25T02:36:08Z</dcterms:modified>
</cp:coreProperties>
</file>