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0459C2-51F7-829D-2CE9-F6BDE2D5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04"/>
            <a:ext cx="16323000" cy="9103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8065A84-AB7F-83C3-E2BA-26A1541F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839FF69-CA73-99B3-D4D9-F2C2989E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Matix Hardy</dc:creator>
  <cp:lastModifiedBy>MATIAS JESUS BUSTAMANTE GARRIDO</cp:lastModifiedBy>
  <cp:revision>2</cp:revision>
  <dcterms:created xsi:type="dcterms:W3CDTF">2006-08-16T00:00:00Z</dcterms:created>
  <dcterms:modified xsi:type="dcterms:W3CDTF">2026-09-08T01:27:14Z</dcterms:modified>
</cp:coreProperties>
</file>